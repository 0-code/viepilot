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PILOT_MASTER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92000" cy="73152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2910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ViePilot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09728" cy="219456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7373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Name}}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· {{Client}} · {{Date}}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Prepared with ViePilot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Opportunity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Budget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{{Problem statement}}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{{Current pain points}}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impact}}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{{Solution overview}}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approach}}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{{Unique value}}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 1}}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 2}}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 3}}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{{Architecture overview}}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 stack}}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{{Integration points}}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{{Description}} — {{Duration}}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{{Description}} — {{Duration}}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{{Description}} — {{Duration}}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Expertise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 member 1}} — {{Role}}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 member 2}} — {{Role}}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experience}}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424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estimate: {{Amount}}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schedule: {{Terms}}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included: {{Scope}}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2B0"/>
                </a:solidFill>
              </a:rPr>
              <a:t>Ready to get started? Let's discuss next steps.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contact@example.com · viepilot.dev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2026-04-10T17:40:34Z</dcterms:created>
  <dcterms:modified xsi:type="dcterms:W3CDTF">2026-04-10T17:40:34Z</dcterms:modified>
</cp:coreProperties>
</file>