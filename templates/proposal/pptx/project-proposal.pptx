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EPILOT_MASTER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2000" cy="54864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620256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ViePilot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0" y="662025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4" name="Shape 2"/>
          <p:cNvSpPr/>
          <p:nvPr/>
        </p:nvSpPr>
        <p:spPr>
          <a:xfrm>
            <a:off x="4937760" y="2560320"/>
            <a:ext cx="7040880" cy="4572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0" y="4572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937760" y="1005840"/>
            <a:ext cx="7040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 Name}}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937760" y="274320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{{One sentence describing the value this project delivers to the client}}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37760" y="3749040"/>
            <a:ext cx="7040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{{Client}} · {{Date}}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572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65760" y="59436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ViePilot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Opportunity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Deliverables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Investment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/ Opportunity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{{Describe the core problem in 8–12 words, outcome-oriented}}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{{Current pain point — quantify if possible: "$X lost per month"}}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{{Business impact if unresolved: risk, cost, missed opportunity}}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{{Lead with the key capability: "A platform that automates..."}}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{{How the approach is different from what they tried before}}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{{The core value proposition in one outcome sentence}}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Deliverables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89320" y="1051560"/>
            <a:ext cx="36576" cy="5303520"/>
          </a:xfrm>
          <a:prstGeom prst="rect">
            <a:avLst/>
          </a:prstGeom>
          <a:solidFill>
            <a:srgbClr val="5A637A"/>
          </a:solidFill>
          <a:ln/>
        </p:spPr>
      </p:sp>
      <p:sp>
        <p:nvSpPr>
          <p:cNvPr id="5" name="Text 3"/>
          <p:cNvSpPr/>
          <p:nvPr/>
        </p:nvSpPr>
        <p:spPr>
          <a:xfrm>
            <a:off x="347472" y="1051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{{Deliverable 1}}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{{Deliverable 2}}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{{Deliverable 3}}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1051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55448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{{Exclusion 1}}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{{Exclusion 2}}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{{Exclusion 3}}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{{Architecture decision + rationale in one sentence}}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{{Tech stack choice: "Built on X because Y"}}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{{Integration with existing systems: timeline + effort}}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41198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1198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41198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Design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1198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7116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57116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57116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57116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weeks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73034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3034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73034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Launch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3034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12079224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4" name="Text 2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Expertise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430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{{Team Lead}} — {{Role, 1-line background relevant to this project}}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{{Team Member}} — {{Role, key skill}}</a:t>
            </a:r>
            <a:endParaRPr lang="en-US" sz="1500" dirty="0"/>
          </a:p>
          <a:p>
            <a:pPr>
              <a:spcAft>
                <a:spcPts val="800"/>
              </a:spcAft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{{Relevant past project: "Delivered X for Y — outcome"}}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Text 1"/>
          <p:cNvSpPr/>
          <p:nvPr/>
        </p:nvSpPr>
        <p:spPr>
          <a:xfrm>
            <a:off x="347472" y="109728"/>
            <a:ext cx="11612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Estimate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41198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1198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${{XX}}K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41198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Investment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1198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{{Payment terms}}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7116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57116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{{N}} wks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357116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Delivery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57116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kickoff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73034" y="1463040"/>
            <a:ext cx="3474720" cy="2926080"/>
          </a:xfrm>
          <a:prstGeom prst="rect">
            <a:avLst/>
          </a:prstGeom>
          <a:solidFill>
            <a:srgbClr val="2D3142"/>
          </a:solidFill>
          <a:ln w="19050">
            <a:solidFill>
              <a:srgbClr val="4F6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3034" y="164592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{{ROI}}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73034" y="2926080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Return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3034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{{Timeframe}}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D31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720840"/>
            <a:ext cx="12192000" cy="137160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4F6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{{Ready to start? Let's schedule the kickoff.}}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0" y="3931920"/>
            <a:ext cx="4023360" cy="36576"/>
          </a:xfrm>
          <a:prstGeom prst="rect">
            <a:avLst/>
          </a:prstGeom>
          <a:solidFill>
            <a:srgbClr val="4F6EF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16052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contact@example.com  ·  Schedule a call: calendly.com/{{handle}}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0350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ViePilot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2026-04-11T02:56:42Z</dcterms:created>
  <dcterms:modified xsi:type="dcterms:W3CDTF">2026-04-11T02:56:42Z</dcterms:modified>
</cp:coreProperties>
</file>