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EPILOT_MASTER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2000" cy="54864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6202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15600" y="66202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4" name="Shape 2"/>
          <p:cNvSpPr/>
          <p:nvPr/>
        </p:nvSpPr>
        <p:spPr>
          <a:xfrm>
            <a:off x="4937760" y="2560320"/>
            <a:ext cx="7040880" cy="4572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5" name="Text 3"/>
          <p:cNvSpPr/>
          <p:nvPr/>
        </p:nvSpPr>
        <p:spPr>
          <a:xfrm>
            <a:off x="5120640" y="4572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1005840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{{Proposal Title}}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937760" y="274320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sentence: what you are proposing and the key benefit to the audience}}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37760" y="37490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{{Organisation}} · {{Date}}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ViePilot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{{Purpose of this proposal in one sentence: "We propose to X in order to Y"}}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{{Scope: what is covered (and what is not)}}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{{Expected outcomes: 2–3 measurable benefits}}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Context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{{Background: why this situation exists}}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{{Current challenge: specific, measurable if possible}}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{{Opportunity: what becomes possible if this is addressed}}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are proposing: specific and concrete}}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this approach: rationale over alternatives}}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{{Expected benefit: outcome-first language}}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89320" y="1051560"/>
            <a:ext cx="36576" cy="5303520"/>
          </a:xfrm>
          <a:prstGeom prst="rect">
            <a:avLst/>
          </a:prstGeom>
          <a:solidFill>
            <a:srgbClr val="5A637A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051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(0–3 months)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5544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{{Benefit A}}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{{Benefit B}}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{{Benefit C}}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051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(3–12 months)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{{Benefit D}}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{{Benefit E}}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{{Benefit F}}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Timeline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({{duration}}): {{goal + key activities}}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({{duration}}): {{goal + key activities}}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({{duration}}): {{goal + delivery}}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12079224" cy="9144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11612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 / Credentials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{{Organisation background: founded, mission, size}}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{{Relevant experience: past project + outcome}}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{{Credential / reference: client name or award}}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20840"/>
            <a:ext cx="12192000" cy="13716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 look forward to your feedback and the opportunity to move forward together.}}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0" y="3931920"/>
            <a:ext cx="4023360" cy="36576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16052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contact@example.com  ·  {{phone or website}}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ViePilot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2026-04-11T02:56:42Z</dcterms:created>
  <dcterms:modified xsi:type="dcterms:W3CDTF">2026-04-11T02:56:42Z</dcterms:modified>
</cp:coreProperties>
</file>