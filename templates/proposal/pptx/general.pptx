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PILOT_MASTER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92000" cy="73152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2910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2B0"/>
                </a:solidFill>
              </a:rPr>
              <a:t>ViePilot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109728" cy="21945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737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{{Proposal Title}}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2926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{{Organisation}} · {{Date}}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</a:rPr>
              <a:t>Prepared with ViePilot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{{Purpose of this proposal}}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{{Scope}}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{{Expected outcomes}}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/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{{Background}}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 challenges}}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{{Opportunity}}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{{What we're proposing}}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{{Why this approach}}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{{Expected benefits}}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{{Benefit 1}}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{{Benefit 2}}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{{Benefit 3}}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&amp; Timeline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{{description}}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{{description}}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duration: {{timeframe}}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{{Organisation background}}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{{Relevant experience}}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{{Credentials / references}}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2B0"/>
                </a:solidFill>
              </a:rPr>
              <a:t>We look forward to your feedback.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</a:rPr>
              <a:t>contact@example.com · viepilot.dev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2026-04-10T17:40:34Z</dcterms:created>
  <dcterms:modified xsi:type="dcterms:W3CDTF">2026-04-10T17:40:34Z</dcterms:modified>
</cp:coreProperties>
</file>