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PILOT_MASTER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2000" cy="5486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620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6202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4" name="Shape 2"/>
          <p:cNvSpPr/>
          <p:nvPr/>
        </p:nvSpPr>
        <p:spPr>
          <a:xfrm>
            <a:off x="4937760" y="2560320"/>
            <a:ext cx="7040880" cy="4572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457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Name}}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937760" y="27432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who you help, what problem you solve, and the key outcome}}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3749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{{Round / Stage}} · {{Date}}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{{Vivid description of pain: "Every day, X people struggle with Y — costing Z"}}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current solutions fail: "Existing tools are X, Y, and Z"}}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 signal: survey data, search volume, or VC attention}}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 in one sentence: "{{Product}} lets X do Y in Z time"}}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differentiator: what makes this fundamentally different}}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{{User experience: describe the "aha moment" for a new user}}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1198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1198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${{X}}B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41198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1198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7116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7116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${{Y}}M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57116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57116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3034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3034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${{Z}}M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73034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3034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{{Go-to-market target}}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Highlights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1}}: {{outcome in user-centric language}}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2}}: {{outcome — quantify if possible}}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3}}: {{outcome — how it compares to status quo}}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 {{SaaS / usage-based / marketplace / license}}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{{Tier 1 at $X/mo — Tier 2 at $Y/mo — Enterprise custom}}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LTV ${{X}} · CAC ${{Y}} · Payback {{N}} months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1198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1198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41198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metric e.g. Active Users}}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1198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{{Growth rate}}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7116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7116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${{Y}}K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57116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/ MRR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57116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{{MoM growth %}}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3034" y="1463040"/>
            <a:ext cx="3474720" cy="2926080"/>
          </a:xfrm>
          <a:prstGeom prst="rect">
            <a:avLst/>
          </a:prstGeom>
          <a:solidFill>
            <a:srgbClr val="2D3142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3034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73034" y="2926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3034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{{Notable logos}}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89320" y="1051560"/>
            <a:ext cx="36576" cy="5303520"/>
          </a:xfrm>
          <a:prstGeom prst="rect">
            <a:avLst/>
          </a:prstGeom>
          <a:solidFill>
            <a:srgbClr val="5A637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A}} — {{key weakness}}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B}} — {{key weakness}}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{{Status quo}} — {{why it fails}}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1}}: {{why it matters}}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2}}: {{moat or defensibility}}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{{Differentiator 3}}: {{network effect / IP / switching cost}}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{{Founder/CEO}} — {{1-line background: domain expertise + prior outcome}}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{{CTO/Co-founder}} — {{technical background + relevant achievement}}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{{Advisor/Investor}} — {{credibility signal}}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Q{{N}} {{Year}}: {{Milestone — e.g. GA launch, key integration, first enterprise deal}}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Q{{N+1}}: {{Milestone — growth lever or product expansion}}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Q{{N+2}}: {{Milestone — scale or expansion target}}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${{Amount}} ({{round type: pre-seed / seed / Series A}}) 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{{XX}}% product · {{YY}}% GTM · {{ZZ}}% ops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milestone: {{What this round buys — users, revenue, product}}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{{Join us in building {{product name}}.}}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4023360" cy="36576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6052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founder@{{product}}.com  ·  deck@{{product}}.com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ViePilot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2026-04-11T02:56:42Z</dcterms:created>
  <dcterms:modified xsi:type="dcterms:W3CDTF">2026-04-11T02:56:42Z</dcterms:modified>
</cp:coreProperties>
</file>