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EPILOT_MASTER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12192000" cy="73152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629107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2B0"/>
                </a:solidFill>
              </a:rPr>
              <a:t>ViePilot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645920"/>
            <a:ext cx="109728" cy="219456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73736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{{Product Name}}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2926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{{Tagline}} · {{Date}}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3840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</a:rPr>
              <a:t>Prepared with ViePilot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{{Pain point 1}}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{{Pain point 2}}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{{Market gap}}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{{What it does}}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{{How it's different}}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{{Core value proposition}}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TAM: {{Total addressable market}}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SAM: {{Serviceable market}}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SOM: {{Target share}}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Demo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 feature 1}}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 feature 2}}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 feature 3}}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model: {{description}}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Pricing: {{tiers}}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economics: {{LTV/CAC}}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 Validation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{{Metric 1}}: {{value}}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{{Metric 2}}: {{value}}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{{Customer proof point}}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{{Competitor 1}} — {{weakness}}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{{Competitor 2}} — {{weakness}}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advantage: {{differentiator}}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{{Name}} — {{Role, background}}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{{Name}} — {{Role, background}}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{{Advisors / investors}}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Q1: {{milestone}}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{{milestone}}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Q3–Q4: {{milestone}}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424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Raising: {{amount}}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funds: {{breakdown}}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with this round: {{goals}}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892B0"/>
                </a:solidFill>
              </a:rPr>
              <a:t>Join us in building {{product name}}.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2B0"/>
                </a:solidFill>
              </a:rPr>
              <a:t>contact@example.com · viepilot.dev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2026-04-10T17:40:34Z</dcterms:created>
  <dcterms:modified xsi:type="dcterms:W3CDTF">2026-04-10T17:40:34Z</dcterms:modified>
</cp:coreProperties>
</file>