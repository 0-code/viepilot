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EPILOT_MASTER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92000" cy="73152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2910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2B0"/>
                </a:solidFill>
              </a:rPr>
              <a:t>ViePilot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109728" cy="219456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7373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{{System Name}}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2926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 · {{Partner}} · {{Date}}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</a:rPr>
              <a:t>Prepared with ViePilot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{{System purpose}}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 architectural decisions}}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{{Expected outcomes}}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{{Current limitations}}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{{Scale requirements}}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{{Technical constraints}}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{{High-level diagram description}}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{{Core components}}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{{System boundaries}}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Breakdown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{{Component 1}}: {{responsibility}}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{{Component 2}}: {{responsibility}}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{{Component 3}}: {{responsibility}}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{{Input sources}}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{{Processing pipeline}}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{{Output / consumers}}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{{technologies}}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{{technologies}}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Infrastructure: {{technologies}}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{{Auth strategy}}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{{Data encryption}}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{{Compliance requirements}}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Performance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{{Scaling approach}}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{{Performance targets}}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{{Bottleneck mitigations}}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Points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{{External API 1}}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{{External API 2}}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{{Internal services}}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1: {{goal}}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2: {{goal}}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3: {{goal}}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2B0"/>
                </a:solidFill>
              </a:rPr>
              <a:t>Questions? Let's dive deeper into any component.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B0"/>
                </a:solidFill>
              </a:rPr>
              <a:t>contact@example.com · viepilot.dev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2026-04-10T17:40:34Z</dcterms:created>
  <dcterms:modified xsi:type="dcterms:W3CDTF">2026-04-10T17:40:34Z</dcterms:modified>
</cp:coreProperties>
</file>